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59" r:id="rId6"/>
    <p:sldId id="263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37"/>
    <p:restoredTop sz="94610"/>
  </p:normalViewPr>
  <p:slideViewPr>
    <p:cSldViewPr snapToGrid="0" snapToObjects="1">
      <p:cViewPr varScale="1">
        <p:scale>
          <a:sx n="229" d="100"/>
          <a:sy n="229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manual inspection is slow and inconsistent. Solution: photo in mobile app, cloud ML model classifies, results stored and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build in SageMaker Canvas. Tell the story: many rounds of capturing new images to improve accuracy. The 100% is on a small dataset, so call it a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1-5 are built. Dashboard, DynamoDB Stream to WebSocket push, and SNS email alert are the remaining parts of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calls the fetch_data route to pull previous results and images back into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7C7B-2C7D-5198-6D73-DB01FE95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26311-D2C8-986B-0D32-441C6434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BC863-DB2A-DE21-0FCB-9E86810C3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 title.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56CAB-E5C5-E095-000A-6439A4D06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263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is done, then the main challenge: training data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and real-time updates are the main remaining features. Independent model testing was removed from scope. Fill in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vinwel/AI_Inspection_CSE_4333_533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83080"/>
            <a:ext cx="109728" cy="1737360"/>
          </a:xfrm>
          <a:prstGeom prst="rect">
            <a:avLst/>
          </a:prstGeom>
          <a:solidFill>
            <a:srgbClr val="EC7211"/>
          </a:solidFill>
          <a:ln w="12700">
            <a:solidFill>
              <a:srgbClr val="EC72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6868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Inspector: AI –Powered Visual Inspection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Evaluation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: Marvin Wellington | Fallou Samb | Tunji Oluwataki | Abel Sanchez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3931920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3931920" cy="64008"/>
          </a:xfrm>
          <a:prstGeom prst="rect">
            <a:avLst/>
          </a:prstGeom>
          <a:solidFill>
            <a:srgbClr val="EC7211"/>
          </a:solidFill>
          <a:ln w="12700">
            <a:solidFill>
              <a:srgbClr val="EC72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Manual quality inspections can be time-consuming and inconsistent.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Damaged products may go undetected, leading to quality control issues.</a:t>
            </a:r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3931920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3931920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920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8308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Mobile App</a:t>
            </a:r>
            <a:r>
              <a:rPr lang="en-US" sz="1600" dirty="0"/>
              <a:t> – Captures an image of a package.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Amazon SageMaker</a:t>
            </a:r>
            <a:r>
              <a:rPr lang="en-US" sz="1600" dirty="0"/>
              <a:t> – Classifies the package as Good or Damaged.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Amazon SNS</a:t>
            </a:r>
            <a:r>
              <a:rPr lang="en-US" sz="1600" dirty="0"/>
              <a:t> – Sends a notification when a damaged package is detected.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Amazon DynamoDB</a:t>
            </a:r>
            <a:r>
              <a:rPr lang="en-US" sz="1600" dirty="0"/>
              <a:t> – Stores inspection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API Gateway</a:t>
            </a:r>
            <a:r>
              <a:rPr lang="en-US" sz="1600" dirty="0"/>
              <a:t> – Allows the app to retrieve previous inspection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Results</a:t>
            </a:r>
            <a:endParaRPr lang="en-US" sz="2600" dirty="0"/>
          </a:p>
        </p:txBody>
      </p:sp>
      <p:pic>
        <p:nvPicPr>
          <p:cNvPr id="5" name="Image 0" descr="/mnt/user-data/uploads/sagem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982151"/>
            <a:ext cx="5499761" cy="37472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59" y="1143000"/>
            <a:ext cx="33518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classifier: Good vs. Damaged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852159" y="15666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Collect Images </a:t>
            </a:r>
            <a:r>
              <a:rPr lang="en-US" sz="1400" dirty="0"/>
              <a:t>– Captured 800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Upload Dataset </a:t>
            </a:r>
            <a:r>
              <a:rPr lang="en-US" sz="1400" dirty="0"/>
              <a:t>– Imported images into SageMaker Canvas.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Label Dataset </a:t>
            </a:r>
            <a:r>
              <a:rPr lang="en-US" sz="1400" dirty="0"/>
              <a:t>– 400 Good and 400 Damaged.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 Model </a:t>
            </a:r>
            <a:r>
              <a:rPr lang="en-US" sz="1400" dirty="0"/>
              <a:t>– Used Quick Build to train the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Evaluate Model </a:t>
            </a:r>
            <a:r>
              <a:rPr lang="en-US" sz="1400" dirty="0"/>
              <a:t>– Reviewed accuracy and predictions.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Deploy Model </a:t>
            </a:r>
            <a:r>
              <a:rPr lang="en-US" sz="1400" dirty="0"/>
              <a:t>– Created an endpoint for image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– Image Classification Pipeline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371600"/>
            <a:ext cx="2651760" cy="344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Mobile App</a:t>
            </a:r>
            <a:r>
              <a:rPr lang="en-US" sz="1200" dirty="0"/>
              <a:t> – Sends an image through API Gateway to Lambda.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Amazon S3</a:t>
            </a:r>
            <a:r>
              <a:rPr lang="en-US" sz="1200" dirty="0"/>
              <a:t> – Stores the captured image.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Amazon SageMaker</a:t>
            </a:r>
            <a:r>
              <a:rPr lang="en-US" sz="1200" dirty="0"/>
              <a:t> – Classifies the image as Good or Damaged.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Amazon SNS</a:t>
            </a:r>
            <a:r>
              <a:rPr lang="en-US" sz="1200" dirty="0"/>
              <a:t> – Sends a notification if a damaged box is detected.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Amazon DynamoDB</a:t>
            </a:r>
            <a:r>
              <a:rPr lang="en-US" sz="1200" dirty="0"/>
              <a:t> – Stores the inspection results: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Inspection 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Image Key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Confidence Score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Classification Result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Timestamp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Mobile App</a:t>
            </a:r>
            <a:r>
              <a:rPr lang="en-US" sz="1200" dirty="0"/>
              <a:t> – Displays the classification result.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004D64-C643-1A13-9996-E7C1DFA4E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3" t="1256" r="1356" b="2014"/>
          <a:stretch>
            <a:fillRect/>
          </a:stretch>
        </p:blipFill>
        <p:spPr>
          <a:xfrm>
            <a:off x="0" y="822960"/>
            <a:ext cx="6020760" cy="42108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CE32CD-87E8-7444-5740-AA9850FABE63}"/>
              </a:ext>
            </a:extLst>
          </p:cNvPr>
          <p:cNvSpPr txBox="1"/>
          <p:nvPr/>
        </p:nvSpPr>
        <p:spPr>
          <a:xfrm>
            <a:off x="104932" y="4586990"/>
            <a:ext cx="5478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rgbClr val="0E70D8"/>
                </a:solidFill>
              </a:rPr>
              <a:t>HTTPS POST Link: https://vdtbxy07nl.execute-api.us-east-1.amazonaws.com/inspect</a:t>
            </a:r>
            <a:endParaRPr lang="en-US" sz="1200" dirty="0">
              <a:solidFill>
                <a:srgbClr val="0E70D8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BBBAC3-A3FE-5D11-1B60-44AFB953C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6" y="1099951"/>
            <a:ext cx="1358802" cy="3377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– Request Data Pipeline</a:t>
            </a:r>
            <a:endParaRPr lang="en-US" sz="2600" dirty="0"/>
          </a:p>
        </p:txBody>
      </p:sp>
      <p:pic>
        <p:nvPicPr>
          <p:cNvPr id="5" name="Image 0" descr="/mnt/user-data/uploads/fetch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22959"/>
            <a:ext cx="4759378" cy="34339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70820" y="1271457"/>
            <a:ext cx="2578308" cy="2228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Mobile App</a:t>
            </a:r>
            <a:r>
              <a:rPr lang="en-US" sz="1200" dirty="0"/>
              <a:t> – Sends a request to API Gateway.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API Gateway</a:t>
            </a:r>
            <a:r>
              <a:rPr lang="en-US" sz="1200" dirty="0"/>
              <a:t> – Invokes the Lambda function.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AWS Lambda</a:t>
            </a:r>
            <a:r>
              <a:rPr lang="en-US" sz="1200" dirty="0"/>
              <a:t> – Retrieves previous inspection records from DynamoDB.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Mobile App</a:t>
            </a:r>
            <a:r>
              <a:rPr lang="en-US" sz="1200" dirty="0"/>
              <a:t> – Displays inspection history and images.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IAM Role</a:t>
            </a:r>
            <a:r>
              <a:rPr lang="en-US" sz="1200" dirty="0"/>
              <a:t> – Grants Lambda only the permissions it needs.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583A5C0-A2FF-680E-1F0D-ABB201B2028B}"/>
              </a:ext>
            </a:extLst>
          </p:cNvPr>
          <p:cNvSpPr txBox="1"/>
          <p:nvPr/>
        </p:nvSpPr>
        <p:spPr>
          <a:xfrm>
            <a:off x="6370820" y="8871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 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BCD6C9-AA01-7897-D4E2-FE3D78E18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39" y="887188"/>
            <a:ext cx="1624585" cy="4256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953F3-667C-561D-5E11-E9B02952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659580-B857-9828-EDE8-D6BE57925484}"/>
              </a:ext>
            </a:extLst>
          </p:cNvPr>
          <p:cNvSpPr/>
          <p:nvPr/>
        </p:nvSpPr>
        <p:spPr>
          <a:xfrm>
            <a:off x="548640" y="1783080"/>
            <a:ext cx="109728" cy="1737360"/>
          </a:xfrm>
          <a:prstGeom prst="rect">
            <a:avLst/>
          </a:prstGeom>
          <a:solidFill>
            <a:srgbClr val="EC7211"/>
          </a:solidFill>
          <a:ln w="12700">
            <a:solidFill>
              <a:srgbClr val="EC721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BF17E1-BC58-3022-C3B4-1272435233A7}"/>
              </a:ext>
            </a:extLst>
          </p:cNvPr>
          <p:cNvSpPr txBox="1"/>
          <p:nvPr/>
        </p:nvSpPr>
        <p:spPr>
          <a:xfrm>
            <a:off x="793729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7416AA-68C3-A16D-7E1B-EB14CFB21F37}"/>
              </a:ext>
            </a:extLst>
          </p:cNvPr>
          <p:cNvSpPr txBox="1"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C721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Midpoint Evaluation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499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box images and sends them to the cloud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Image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API Gateway, Lambda, S3, SageMaker, DynamoDB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to request d</a:t>
            </a: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for app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inspections loaded in app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29785" y="3794760"/>
            <a:ext cx="5051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/ DevOps: Terraform was used to automate infrastructure</a:t>
            </a:r>
          </a:p>
          <a:p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</a:t>
            </a: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https://github.com/marvinwel/AI_Inspection_CSE_4333_5333</a:t>
            </a: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715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model training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173736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needed many extra photos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Re-captured images over and over, then retrained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plan data collection early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Work, Risks &amp; Plan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3931920" cy="2697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3931920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Features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691640"/>
            <a:ext cx="34747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Dashboard</a:t>
            </a:r>
            <a:r>
              <a:rPr lang="en-US" sz="1400" dirty="0"/>
              <a:t> – Develop a dashboard to monitor inspection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VPC</a:t>
            </a:r>
            <a:r>
              <a:rPr lang="en-US" sz="1400" dirty="0"/>
              <a:t> – Configure a VPC with public and private subnets.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EC2 &amp; ALB</a:t>
            </a:r>
            <a:r>
              <a:rPr lang="en-US" sz="1400" dirty="0"/>
              <a:t> – Deploy the dashboard on EC2 behind an Application Load Balancer.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Real-Time Updates</a:t>
            </a:r>
            <a:r>
              <a:rPr lang="en-US" sz="1400" dirty="0"/>
              <a:t> – Use DynamoDB Streams and API Gateway WebSocket to display live inspection results.</a:t>
            </a:r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931920" cy="2697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3931920" cy="64008"/>
          </a:xfrm>
          <a:prstGeom prst="rect">
            <a:avLst/>
          </a:prstGeom>
          <a:solidFill>
            <a:srgbClr val="EC7211"/>
          </a:solidFill>
          <a:ln w="12700">
            <a:solidFill>
              <a:srgbClr val="EC72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92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Risks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600199"/>
            <a:ext cx="3474720" cy="204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Infrastructure Costs</a:t>
            </a:r>
            <a:r>
              <a:rPr lang="en-US" sz="1300" dirty="0"/>
              <a:t> – Additional AWS costs from EC2, ALB, and NAT Gateway.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Model Accuracy</a:t>
            </a:r>
            <a:r>
              <a:rPr lang="en-US" sz="1300" dirty="0"/>
              <a:t> – Limited training data may affect performance on new images.</a:t>
            </a:r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831336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[10/31] Dashboard  &gt;  [11/04] Real-Time &gt;  [11/07] EC2 + ALB  &gt;  [11/13] final testing and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700</Words>
  <Application>Microsoft Macintosh PowerPoint</Application>
  <PresentationFormat>On-screen Show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Marvin Wellington</cp:lastModifiedBy>
  <cp:revision>24</cp:revision>
  <dcterms:created xsi:type="dcterms:W3CDTF">2026-10-15T04:13:15Z</dcterms:created>
  <dcterms:modified xsi:type="dcterms:W3CDTF">2026-10-16T22:54:07Z</dcterms:modified>
</cp:coreProperties>
</file>